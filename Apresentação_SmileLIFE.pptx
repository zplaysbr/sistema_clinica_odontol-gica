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96C3"/>
    <a:srgbClr val="29B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F086F-B72C-488F-989E-9150F56A7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E11767-C7BE-425E-B277-913F27BFA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CDC91B-EABC-4F61-A827-F009CE5FA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5906A5-5D30-4E28-88F9-6C6BB314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0ABA58-D5D6-4BD8-A037-7F2093C5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2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C88CD-25C1-4BA1-9505-0B9753417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73A927-2507-4E43-BD3A-7FC9946EA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B09F0B-4C83-45CF-9D6C-E8B3BB174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700B4B-D034-4D1E-829A-AA77BE75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249D2F-9D13-4B6E-9A90-34270FCE7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980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AAB00-2DE0-4F92-900A-F14FCA7FE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64001D-004A-46FF-84D9-8E80A16DA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211C1A-B5A4-40CE-B8AE-797529CAE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D073B6-25A5-4411-8472-81947F046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3F4566-0306-41FF-9E2D-70EEBB11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646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B63CA-2CFF-4C89-AB4D-56741626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7488C6-8D73-4295-9732-548D85A14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8201BE-4A9D-4B0E-843E-E93CB38EA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565185-93AC-45B5-81A2-F288C227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6A56ED-A786-42F6-990C-C5CC6A74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2AD0A4-0608-4D06-B802-9ADE7B9E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565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4D88B-80FA-4B62-AA15-DAFE7C251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D5F99E-89AE-448E-A587-E78B9CDA9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4FCE14-4854-4D9F-B42F-52F66894E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6D5A941-3563-4E6E-BBCC-C204597E0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1A7F1C7-20C1-4628-8B51-560EC833F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3950979-2DD4-44D0-BE80-8CA5CEC8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7E29E3C-EE0E-425D-B371-21F130E08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54E0D3-8DC3-4550-A5D3-EFC1B2FE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59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61710-489B-4B05-B38C-92B7BE9E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C7C8BD8-FF35-438A-9906-6DE9622F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99B9FA4-C97A-48AD-B521-C59ED7047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90A3B53-3CA7-47F5-BC62-98C9029B5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9412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10338C-E8A0-440D-A8BD-55E41747E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9DEA0B3-8A12-41C4-AEA4-B230F7AD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052626-6DD5-4732-ACB3-2B7620FEB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74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C2B10-E432-44BE-ABFF-7B99F8B5D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5C0554-509C-4065-910B-1B77CEEFC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3B399C-41FE-4FDD-B26C-D9A04E4BF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9C016F-C31D-440F-A92B-5B70048A0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6B8BD6-647E-4B2D-88CD-B8ADE58A1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ECDCC2-107A-4ADF-A2CF-75904C46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012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F8837-7619-4CC9-B043-BDF33C71F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63306DD-D867-4E8C-ACFE-3311DDD71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99F03B-3841-418B-A443-B3D9A713A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5FE042-F0EF-462A-97EB-F89175D1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BE3842-7B1D-41DE-9A8A-D0DEE8AC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B4A9B9-B059-4009-94CD-C88EEA22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94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7D7A2-05C4-4B93-9D25-F8912A20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760A9F9-F1E2-4707-AF89-DEE071909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8F3FEE-733F-4287-B637-B62C70EC3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620242-3C7D-4CB7-95DD-826346B2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F47D0E-ECA0-4B09-81F9-638873EF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51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5DCE42-F4FE-4E7D-9C14-F763FFFCCC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B8BB97-FE16-4C33-89D7-2C2434C90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A73E29-6CCC-417E-B0BD-A5F469DCF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B7F7-82D1-47E9-8EC7-91C950ED72E3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BE13B6-E3F6-4E09-827D-C2F8CC8AF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082F0C-9DC2-4D5E-A030-80023E87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4374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754B72C-AB56-4C57-93DC-EBC08B62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097CB2-7232-4D71-AC56-6282077ED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F1EA50-17B3-47B4-A5AD-972B8D35F4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EB7F7-82D1-47E9-8EC7-91C950ED72E3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30FD9F-D874-4795-BD9B-2B1652616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C56234-4D71-4B8C-ADCE-F1F9D63F4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A5755-3BA6-4CB3-AD82-14E3DC2563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9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92BAE-D46C-4F27-B189-DBEAEAF3E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4EAE42-EDFD-48F8-A934-BBACCE4319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5D4C8C2-BF94-41E1-9262-F20692F24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96B590C-40D3-4A6A-9FF3-95EF5357FAEB}"/>
              </a:ext>
            </a:extLst>
          </p:cNvPr>
          <p:cNvSpPr txBox="1"/>
          <p:nvPr/>
        </p:nvSpPr>
        <p:spPr>
          <a:xfrm>
            <a:off x="117566" y="32089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de Engenharia de Software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97B20E0-6CCD-4B77-A56E-9E2F95425AEC}"/>
              </a:ext>
            </a:extLst>
          </p:cNvPr>
          <p:cNvSpPr txBox="1"/>
          <p:nvPr/>
        </p:nvSpPr>
        <p:spPr>
          <a:xfrm>
            <a:off x="117566" y="3751907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Equipe</a:t>
            </a:r>
            <a:r>
              <a:rPr lang="pt-BR" dirty="0">
                <a:solidFill>
                  <a:srgbClr val="0D96C3"/>
                </a:solidFill>
              </a:rPr>
              <a:t>: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EF8C137-C880-4D96-9554-E76BA8464C25}"/>
              </a:ext>
            </a:extLst>
          </p:cNvPr>
          <p:cNvSpPr txBox="1"/>
          <p:nvPr/>
        </p:nvSpPr>
        <p:spPr>
          <a:xfrm>
            <a:off x="1143003" y="4062273"/>
            <a:ext cx="685799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André Soares dos Santos</a:t>
            </a:r>
            <a:b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Cauã Rios </a:t>
            </a:r>
            <a:r>
              <a:rPr lang="pt-B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Larangeira</a:t>
            </a:r>
            <a:b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Cauã Vinicius Silva Machado</a:t>
            </a:r>
            <a:b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Daniel Vieira</a:t>
            </a:r>
            <a:b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Diogo Henrique Ribeiro Lisboa</a:t>
            </a:r>
            <a:b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Eduardo Santana Valentim</a:t>
            </a:r>
            <a:b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Matheus De Jesus </a:t>
            </a:r>
            <a:r>
              <a:rPr lang="pt-B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Araujo</a:t>
            </a:r>
            <a:b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83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4C80817-8F3D-4B50-83EA-D4C9FF4F3D7E}"/>
              </a:ext>
            </a:extLst>
          </p:cNvPr>
          <p:cNvSpPr txBox="1"/>
          <p:nvPr/>
        </p:nvSpPr>
        <p:spPr>
          <a:xfrm>
            <a:off x="838200" y="1165086"/>
            <a:ext cx="1088904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pt-BR" sz="24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800" dirty="0">
              <a:solidFill>
                <a:srgbClr val="0D96C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Modernizar a administração das clínicas odontológicas, tornando os processos mais eficientes, seguros e integrados.</a:t>
            </a:r>
            <a:b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Proporcionar uma experiência moderna tanto para os profissionais da clínica quanto para os pacientes.</a:t>
            </a:r>
            <a:b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Reduzir erros humanos, otimizando o tempo de atendimento e permitir tomadas de decisão mais rápidas através de relatórios e dashboards em tempo real.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8CAE43B-2B2C-4148-B877-ECBAC24953DE}"/>
              </a:ext>
            </a:extLst>
          </p:cNvPr>
          <p:cNvSpPr txBox="1"/>
          <p:nvPr/>
        </p:nvSpPr>
        <p:spPr>
          <a:xfrm>
            <a:off x="3521279" y="457200"/>
            <a:ext cx="62036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Propósito do Sistema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50999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9712792-68E9-4823-9413-86D61958FEC8}"/>
              </a:ext>
            </a:extLst>
          </p:cNvPr>
          <p:cNvSpPr txBox="1"/>
          <p:nvPr/>
        </p:nvSpPr>
        <p:spPr>
          <a:xfrm>
            <a:off x="696287" y="1780907"/>
            <a:ext cx="12122111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Criar uma 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plataforma automatizada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para clínicas odontológicas.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Otimizar processos internos: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agendamento, prontuários, finanças e relatórios.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Melhorar a experiência do paciente,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 comunicação e lembretes automáticos.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Aumentar a eficiência administrativa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 reduzir falhas operacionais.</a:t>
            </a:r>
          </a:p>
          <a:p>
            <a:br>
              <a:rPr lang="pt-BR" sz="2000" b="1" dirty="0"/>
            </a:br>
            <a:endParaRPr lang="pt-BR" sz="20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991767D-2C8B-4BDC-A5A9-7BDFA6003BA7}"/>
              </a:ext>
            </a:extLst>
          </p:cNvPr>
          <p:cNvSpPr txBox="1"/>
          <p:nvPr/>
        </p:nvSpPr>
        <p:spPr>
          <a:xfrm>
            <a:off x="3807843" y="442258"/>
            <a:ext cx="62875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sz="40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Objetivo do Sistema</a:t>
            </a:r>
          </a:p>
        </p:txBody>
      </p:sp>
    </p:spTree>
    <p:extLst>
      <p:ext uri="{BB962C8B-B14F-4D97-AF65-F5344CB8AC3E}">
        <p14:creationId xmlns:p14="http://schemas.microsoft.com/office/powerpoint/2010/main" val="411329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3D4266-1BEE-463E-9D39-0ABCECFDB8C3}"/>
              </a:ext>
            </a:extLst>
          </p:cNvPr>
          <p:cNvSpPr txBox="1"/>
          <p:nvPr/>
        </p:nvSpPr>
        <p:spPr>
          <a:xfrm>
            <a:off x="1267097" y="822325"/>
            <a:ext cx="1008670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pt-BR" sz="28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800" b="1" dirty="0">
              <a:solidFill>
                <a:srgbClr val="0D96C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Centralização das informações da clínica.</a:t>
            </a:r>
            <a:b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Redução de retrabalhos e atrasos.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Atendimento mais rápido e personalizado.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Emissão de relatórios e dashboards em tempo real.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Cumprimento da LGPD e segurança de dados.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06998FB-5E8D-45EF-887F-FC91BF0C869A}"/>
              </a:ext>
            </a:extLst>
          </p:cNvPr>
          <p:cNvSpPr txBox="1"/>
          <p:nvPr/>
        </p:nvSpPr>
        <p:spPr>
          <a:xfrm>
            <a:off x="3647113" y="582067"/>
            <a:ext cx="62036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Benefícios Esperados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90373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03BBE94-7137-4D0A-93B9-FABADE4FFE00}"/>
              </a:ext>
            </a:extLst>
          </p:cNvPr>
          <p:cNvSpPr txBox="1"/>
          <p:nvPr/>
        </p:nvSpPr>
        <p:spPr>
          <a:xfrm>
            <a:off x="1089685" y="1638984"/>
            <a:ext cx="928605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2800" b="1" dirty="0">
              <a:solidFill>
                <a:srgbClr val="0D96C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Pacientes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agendam e acompanham consultas.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Dentistas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realizam atendimentos e atualizam prontuários.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Recepcionistas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fazem cadastros e controlam agendas.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Gestores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acompanham relatórios e desempenho financeiro</a:t>
            </a:r>
            <a:r>
              <a:rPr lang="pt-BR" dirty="0"/>
              <a:t>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36572AF-8B44-463D-A325-A16593DD43B1}"/>
              </a:ext>
            </a:extLst>
          </p:cNvPr>
          <p:cNvSpPr txBox="1"/>
          <p:nvPr/>
        </p:nvSpPr>
        <p:spPr>
          <a:xfrm>
            <a:off x="3596779" y="408057"/>
            <a:ext cx="62036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Atores do Sistema</a:t>
            </a:r>
          </a:p>
        </p:txBody>
      </p:sp>
    </p:spTree>
    <p:extLst>
      <p:ext uri="{BB962C8B-B14F-4D97-AF65-F5344CB8AC3E}">
        <p14:creationId xmlns:p14="http://schemas.microsoft.com/office/powerpoint/2010/main" val="360599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6B8E55-9713-45D4-9B3A-96EF8954E30B}"/>
              </a:ext>
            </a:extLst>
          </p:cNvPr>
          <p:cNvSpPr txBox="1"/>
          <p:nvPr/>
        </p:nvSpPr>
        <p:spPr>
          <a:xfrm>
            <a:off x="3858937" y="249332"/>
            <a:ext cx="61742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Regras de Negócio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E6DF279-B969-4943-BA89-2EDECF2DC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633" y="1443841"/>
            <a:ext cx="1019716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Evitar agendamentos duplicados.</a:t>
            </a: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Enviar lembrete de consulta 24h antes.</a:t>
            </a: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Permitir cadastro e gestão de dentistas.</a:t>
            </a: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Emissão de orçamentos odontológicos.</a:t>
            </a: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Cadastro mínimo com nome, nascimento e telefone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39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D25B1AD-64EF-40D2-8678-855C05891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478" y="898525"/>
            <a:ext cx="9205500" cy="56705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A463981-C5A0-4206-B78C-E8770E87A164}"/>
              </a:ext>
            </a:extLst>
          </p:cNvPr>
          <p:cNvSpPr txBox="1"/>
          <p:nvPr/>
        </p:nvSpPr>
        <p:spPr>
          <a:xfrm>
            <a:off x="4114800" y="261445"/>
            <a:ext cx="6583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Diagrama de Caso de Uso</a:t>
            </a:r>
          </a:p>
        </p:txBody>
      </p:sp>
    </p:spTree>
    <p:extLst>
      <p:ext uri="{BB962C8B-B14F-4D97-AF65-F5344CB8AC3E}">
        <p14:creationId xmlns:p14="http://schemas.microsoft.com/office/powerpoint/2010/main" val="211949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F0A03D7-758F-4961-828F-6D298AD4BF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t="9768" r="4315" b="15999"/>
          <a:stretch/>
        </p:blipFill>
        <p:spPr>
          <a:xfrm>
            <a:off x="3300209" y="152400"/>
            <a:ext cx="8053591" cy="66426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CA7FF77-74C0-4DA4-A49F-7542AA1791FA}"/>
              </a:ext>
            </a:extLst>
          </p:cNvPr>
          <p:cNvSpPr txBox="1"/>
          <p:nvPr/>
        </p:nvSpPr>
        <p:spPr>
          <a:xfrm>
            <a:off x="230697" y="1361304"/>
            <a:ext cx="6583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Diagrama de </a:t>
            </a:r>
            <a:br>
              <a:rPr lang="pt-BR" sz="36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36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Classes</a:t>
            </a:r>
          </a:p>
        </p:txBody>
      </p:sp>
    </p:spTree>
    <p:extLst>
      <p:ext uri="{BB962C8B-B14F-4D97-AF65-F5344CB8AC3E}">
        <p14:creationId xmlns:p14="http://schemas.microsoft.com/office/powerpoint/2010/main" val="337238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 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925" y="-132708"/>
            <a:ext cx="12663850" cy="7123415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E8F3B51-9FB5-492E-8059-83F49B4AAD74}"/>
              </a:ext>
            </a:extLst>
          </p:cNvPr>
          <p:cNvSpPr txBox="1"/>
          <p:nvPr/>
        </p:nvSpPr>
        <p:spPr>
          <a:xfrm>
            <a:off x="4619904" y="500390"/>
            <a:ext cx="61742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Requisitos Técnicos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1013D3-2561-457C-86E9-CEDFBE4EE330}"/>
              </a:ext>
            </a:extLst>
          </p:cNvPr>
          <p:cNvSpPr txBox="1"/>
          <p:nvPr/>
        </p:nvSpPr>
        <p:spPr>
          <a:xfrm>
            <a:off x="366686" y="2106493"/>
            <a:ext cx="61742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Aplicação WEB: </a:t>
            </a:r>
            <a:r>
              <a:rPr lang="pt-B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HTML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AD9AE23-24DC-4106-A3FD-0E01F63C6E3F}"/>
              </a:ext>
            </a:extLst>
          </p:cNvPr>
          <p:cNvSpPr txBox="1"/>
          <p:nvPr/>
        </p:nvSpPr>
        <p:spPr>
          <a:xfrm>
            <a:off x="366686" y="4073257"/>
            <a:ext cx="73008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Animação E Funcionalidades: </a:t>
            </a:r>
            <a:r>
              <a:rPr lang="pt-B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Java </a:t>
            </a:r>
            <a:r>
              <a:rPr lang="pt-BR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Scrpit</a:t>
            </a:r>
            <a:r>
              <a:rPr lang="pt-B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FB7283F-A638-497F-8B07-A2F5EB3CB957}"/>
              </a:ext>
            </a:extLst>
          </p:cNvPr>
          <p:cNvSpPr txBox="1"/>
          <p:nvPr/>
        </p:nvSpPr>
        <p:spPr>
          <a:xfrm>
            <a:off x="366686" y="3089875"/>
            <a:ext cx="61742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0D96C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Estilização  WEB: </a:t>
            </a:r>
            <a:r>
              <a:rPr lang="pt-B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171503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E0EF5-9508-4723-B8E2-303A4EF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252D2A5F-9D5D-4AAB-886C-1462F9FB3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17DBF0-2932-42BD-88F7-62F604CA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D1DE8C-7A94-4346-8C56-0B2BAC19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3C5D73-45D4-4DC9-8076-666C44315F3C}"/>
              </a:ext>
            </a:extLst>
          </p:cNvPr>
          <p:cNvSpPr txBox="1"/>
          <p:nvPr/>
        </p:nvSpPr>
        <p:spPr>
          <a:xfrm>
            <a:off x="461395" y="1690688"/>
            <a:ext cx="119752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0" b="1" dirty="0">
                <a:latin typeface="Segoe UI" panose="020B0502040204020203" pitchFamily="34" charset="0"/>
                <a:cs typeface="Segoe UI" panose="020B0502040204020203" pitchFamily="34" charset="0"/>
              </a:rPr>
              <a:t>DEMONSTRAÇÃO NA PRATICA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8483AAC-7FB1-42F8-9A78-A2627109D31F}"/>
              </a:ext>
            </a:extLst>
          </p:cNvPr>
          <p:cNvSpPr txBox="1"/>
          <p:nvPr/>
        </p:nvSpPr>
        <p:spPr>
          <a:xfrm>
            <a:off x="108358" y="4236269"/>
            <a:ext cx="11975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Visualização Repositório: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3DB0C02-5D13-42F8-BBF9-C8A7369F2F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" t="5073" r="4165" b="3917"/>
          <a:stretch/>
        </p:blipFill>
        <p:spPr>
          <a:xfrm>
            <a:off x="1585519" y="4820840"/>
            <a:ext cx="2176174" cy="203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2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308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DanielVieira Vieira</dc:creator>
  <cp:lastModifiedBy>DanielVieira Vieira</cp:lastModifiedBy>
  <cp:revision>12</cp:revision>
  <dcterms:created xsi:type="dcterms:W3CDTF">2025-11-13T03:54:30Z</dcterms:created>
  <dcterms:modified xsi:type="dcterms:W3CDTF">2025-11-14T04:48:01Z</dcterms:modified>
</cp:coreProperties>
</file>
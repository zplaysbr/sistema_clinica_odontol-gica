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6C3"/>
    <a:srgbClr val="29B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086F-B72C-488F-989E-9150F56A7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11767-C7BE-425E-B277-913F27BF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CDC91B-EABC-4F61-A827-F009CE5F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906A5-5D30-4E28-88F9-6C6BB314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0ABA58-D5D6-4BD8-A037-7F2093C5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2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C88CD-25C1-4BA1-9505-0B975341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3A927-2507-4E43-BD3A-7FC9946E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B09F0B-4C83-45CF-9D6C-E8B3BB17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00B4B-D034-4D1E-829A-AA77BE75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49D2F-9D13-4B6E-9A90-34270FCE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98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AAB00-2DE0-4F92-900A-F14FCA7F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64001D-004A-46FF-84D9-8E80A16D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11C1A-B5A4-40CE-B8AE-797529CA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073B6-25A5-4411-8472-81947F04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F4566-0306-41FF-9E2D-70EEBB11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64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B63CA-2CFF-4C89-AB4D-56741626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7488C6-8D73-4295-9732-548D85A14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8201BE-4A9D-4B0E-843E-E93CB38EA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65185-93AC-45B5-81A2-F288C227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6A56ED-A786-42F6-990C-C5CC6A74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2AD0A4-0608-4D06-B802-9ADE7B9E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6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4D88B-80FA-4B62-AA15-DAFE7C25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D5F99E-89AE-448E-A587-E78B9CDA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4FCE14-4854-4D9F-B42F-52F66894E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D5A941-3563-4E6E-BBCC-C204597E0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A7F1C7-20C1-4628-8B51-560EC833F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3950979-2DD4-44D0-BE80-8CA5CEC8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E29E3C-EE0E-425D-B371-21F130E0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54E0D3-8DC3-4550-A5D3-EFC1B2FE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59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61710-489B-4B05-B38C-92B7BE9E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7C8BD8-FF35-438A-9906-6DE9622F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9B9FA4-C97A-48AD-B521-C59ED704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0A3B53-3CA7-47F5-BC62-98C9029B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41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10338C-E8A0-440D-A8BD-55E41747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DEA0B3-8A12-41C4-AEA4-B230F7A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052626-6DD5-4732-ACB3-2B7620FE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4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C2B10-E432-44BE-ABFF-7B99F8B5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C0554-509C-4065-910B-1B77CEEFC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3B399C-41FE-4FDD-B26C-D9A04E4BF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C016F-C31D-440F-A92B-5B70048A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B8BD6-647E-4B2D-88CD-B8ADE58A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ECDCC2-107A-4ADF-A2CF-75904C46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01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F8837-7619-4CC9-B043-BDF33C71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3306DD-D867-4E8C-ACFE-3311DDD71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99F03B-3841-418B-A443-B3D9A713A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5FE042-F0EF-462A-97EB-F89175D1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BE3842-7B1D-41DE-9A8A-D0DEE8AC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4A9B9-B059-4009-94CD-C88EEA22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9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7D7A2-05C4-4B93-9D25-F8912A20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60A9F9-F1E2-4707-AF89-DEE071909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F3FEE-733F-4287-B637-B62C70EC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620242-3C7D-4CB7-95DD-826346B2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F47D0E-ECA0-4B09-81F9-638873EF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5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5DCE42-F4FE-4E7D-9C14-F763FFFCC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B8BB97-FE16-4C33-89D7-2C2434C90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A73E29-6CCC-417E-B0BD-A5F469DC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BE13B6-E3F6-4E09-827D-C2F8CC8A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082F0C-9DC2-4D5E-A030-80023E8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37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754B72C-AB56-4C57-93DC-EBC08B62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097CB2-7232-4D71-AC56-6282077ED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F1EA50-17B3-47B4-A5AD-972B8D35F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EB7F7-82D1-47E9-8EC7-91C950ED72E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30FD9F-D874-4795-BD9B-2B1652616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C56234-4D71-4B8C-ADCE-F1F9D63F4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9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92BAE-D46C-4F27-B189-DBEAEAF3E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EAE42-EDFD-48F8-A934-BBACCE4319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D4C8C2-BF94-41E1-9262-F20692F2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96B590C-40D3-4A6A-9FF3-95EF5357FAEB}"/>
              </a:ext>
            </a:extLst>
          </p:cNvPr>
          <p:cNvSpPr txBox="1"/>
          <p:nvPr/>
        </p:nvSpPr>
        <p:spPr>
          <a:xfrm>
            <a:off x="117566" y="31981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Engenharia de Software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7B20E0-6CCD-4B77-A56E-9E2F95425AEC}"/>
              </a:ext>
            </a:extLst>
          </p:cNvPr>
          <p:cNvSpPr txBox="1"/>
          <p:nvPr/>
        </p:nvSpPr>
        <p:spPr>
          <a:xfrm>
            <a:off x="117566" y="3751907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</a:t>
            </a:r>
            <a:r>
              <a:rPr lang="pt-BR" dirty="0">
                <a:solidFill>
                  <a:srgbClr val="0D96C3"/>
                </a:solidFill>
              </a:rPr>
              <a:t>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F8C137-C880-4D96-9554-E76BA8464C25}"/>
              </a:ext>
            </a:extLst>
          </p:cNvPr>
          <p:cNvSpPr txBox="1"/>
          <p:nvPr/>
        </p:nvSpPr>
        <p:spPr>
          <a:xfrm>
            <a:off x="1018905" y="3751907"/>
            <a:ext cx="65836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André Soares dos Santos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Cauã Rios </a:t>
            </a:r>
            <a:r>
              <a:rPr lang="pt-B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Larangeira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Cauã Vinicius Silva Machado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Daniel Vieira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Diogo Henrique Ribeiro Lisboa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Eduardo Santana Valentim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Matheus De Jesus </a:t>
            </a:r>
            <a:r>
              <a:rPr lang="pt-B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Araujo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Matheus Gabriel De Melo Gonçalves</a:t>
            </a:r>
          </a:p>
        </p:txBody>
      </p:sp>
    </p:spTree>
    <p:extLst>
      <p:ext uri="{BB962C8B-B14F-4D97-AF65-F5344CB8AC3E}">
        <p14:creationId xmlns:p14="http://schemas.microsoft.com/office/powerpoint/2010/main" val="222283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C80817-8F3D-4B50-83EA-D4C9FF4F3D7E}"/>
              </a:ext>
            </a:extLst>
          </p:cNvPr>
          <p:cNvSpPr txBox="1"/>
          <p:nvPr/>
        </p:nvSpPr>
        <p:spPr>
          <a:xfrm>
            <a:off x="1320437" y="1165354"/>
            <a:ext cx="1023039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Propósito do Sistema</a:t>
            </a:r>
            <a:b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Modernizar a administração das clínicas odontológicas, tornando os processos mais eficientes, seguros e integrados.</a:t>
            </a:r>
            <a:b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Proporcionar uma experiência moderna e intuitiva tanto para os profissionais da clínica quanto para os pacientes.</a:t>
            </a:r>
            <a:b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Reduzir erros humanos, otimizar o tempo de atendimento e permitir tomadas de decisão mais rápidas através de relatórios e dashboards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350999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12792-68E9-4823-9413-86D61958FEC8}"/>
              </a:ext>
            </a:extLst>
          </p:cNvPr>
          <p:cNvSpPr txBox="1"/>
          <p:nvPr/>
        </p:nvSpPr>
        <p:spPr>
          <a:xfrm>
            <a:off x="1386840" y="1348531"/>
            <a:ext cx="1112955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 do Sistema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Criar uma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plataforma automatizada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para clínicas odontológicas.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Otimizar processos internos: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agendamento, prontuários, finanças e relatórios.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Melhorar a experiência do paciente,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 comunicação e lembretes automáticos.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Aumentar a eficiência administrativa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 reduzir falhas operacionais.</a:t>
            </a:r>
          </a:p>
          <a:p>
            <a:br>
              <a:rPr lang="pt-BR" sz="2000" b="1" dirty="0"/>
            </a:b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11329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3D4266-1BEE-463E-9D39-0ABCECFDB8C3}"/>
              </a:ext>
            </a:extLst>
          </p:cNvPr>
          <p:cNvSpPr txBox="1"/>
          <p:nvPr/>
        </p:nvSpPr>
        <p:spPr>
          <a:xfrm>
            <a:off x="1343297" y="1289953"/>
            <a:ext cx="1008670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Benefícios Esperados</a:t>
            </a:r>
            <a:b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800" b="1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Centralização das informações da clínica.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Redução de retrabalhos e atrasos.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Atendimento mais rápido e personalizado.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Emissão de relatórios e dashboards em tempo real.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Cumprimento da LGPD e segurança de dados.</a:t>
            </a:r>
          </a:p>
        </p:txBody>
      </p:sp>
    </p:spTree>
    <p:extLst>
      <p:ext uri="{BB962C8B-B14F-4D97-AF65-F5344CB8AC3E}">
        <p14:creationId xmlns:p14="http://schemas.microsoft.com/office/powerpoint/2010/main" val="190373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3BBE94-7137-4D0A-93B9-FABADE4FFE00}"/>
              </a:ext>
            </a:extLst>
          </p:cNvPr>
          <p:cNvSpPr txBox="1"/>
          <p:nvPr/>
        </p:nvSpPr>
        <p:spPr>
          <a:xfrm>
            <a:off x="1190353" y="1380293"/>
            <a:ext cx="92860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Atores do Sistema</a:t>
            </a:r>
          </a:p>
          <a:p>
            <a:endParaRPr lang="pt-BR" sz="2800" b="1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Pacientes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agendam e acompanham consultas.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Dentistas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realizam atendimentos e atualizam prontuários.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Recepcionistas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fazem cadastros e controlam agendas.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Gestores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acompanham relatórios e desempenho financeiro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5998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D25B1AD-64EF-40D2-8678-855C05891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50" y="1035050"/>
            <a:ext cx="9205500" cy="5670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463981-C5A0-4206-B78C-E8770E87A164}"/>
              </a:ext>
            </a:extLst>
          </p:cNvPr>
          <p:cNvSpPr txBox="1"/>
          <p:nvPr/>
        </p:nvSpPr>
        <p:spPr>
          <a:xfrm>
            <a:off x="4114800" y="261445"/>
            <a:ext cx="658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Caso de Uso</a:t>
            </a:r>
          </a:p>
        </p:txBody>
      </p:sp>
    </p:spTree>
    <p:extLst>
      <p:ext uri="{BB962C8B-B14F-4D97-AF65-F5344CB8AC3E}">
        <p14:creationId xmlns:p14="http://schemas.microsoft.com/office/powerpoint/2010/main" val="211949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6273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234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DanielVieira Vieira</dc:creator>
  <cp:lastModifiedBy>DanielVieira Vieira</cp:lastModifiedBy>
  <cp:revision>6</cp:revision>
  <dcterms:created xsi:type="dcterms:W3CDTF">2025-11-13T03:54:30Z</dcterms:created>
  <dcterms:modified xsi:type="dcterms:W3CDTF">2025-11-13T04:55:34Z</dcterms:modified>
</cp:coreProperties>
</file>